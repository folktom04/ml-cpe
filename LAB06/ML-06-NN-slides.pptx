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 1 - ภาพรวมระบบ: อธิบายว่าไปป์ไลน์มี 6 ขั้นตอนหลัก ข้อมูล Zoo dataset (101 ตัว, 16 ฟีเจอร์) ไหลผ่าน data_loader -&gt; preprocessing -&gt; split_data -&gt; nn_model -&gt; evaluate/test_nn. เน้นว่านี่คือ Nearest Neighbor แบบพื้นฐานที่สุด (n_neighbors=1) ไม่ใช่ k-NN จึงไม่มีขั้นตอนค้นหาค่า k เลย - ทุกคำทำนายมาจากเพื่อนบ้านที่ใกล้ที่สุดเพียงตัวเดียว. ถ้ากรรมการถามว่าทำไมไม่ใช้ k-NN: เพราะโจทย์ระบุให้สาธิต Nearest Neighbor (NN) โดยเฉพาะ ซึ่งคือกลไกพื้นฐาน k=1 ถ้าถามว่าทำไมแบ่งเป็นหลายไฟล์: เพื่อแยกความรับผิดชอบแต่ละขั้นตอน (separation of concerns) ทำให้ทดสอบและแก้ไขทีละส่วนได้ง่าย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 2 - ผลลัพธ์: Test accuracy 100% ด้วยโมเดล Nearest Neighbor (1-NN) บน 21 ตัวอย่างทดสอบ. ถ้าถูกถามว่า 100% คือ overfit หรือไม่ -&gt; ตอบว่าไม่ใช่ เพราะ test set แยกออกตั้งแต่ต้นและไม่เคยใช้ตอนเทรนเลย, สาเหตุที่แม่นยำสูงเพราะฟีเจอร์ทางชีววิทยา (เช่น milk, feathers) แยกคลาสได้ชัดเจนอยู่แล้ว บางตัวถึงกับมีระยะห่าง 0 พอดี (เช่น lynx กับ polecat) และ test set มีขนาดเล็ก (21 ตัวอย่าง). ถ้าถูกถามว่าทำไมไม่ใช้ k-NN -&gt; โจทย์ระบุให้สาธิต Nearest Neighbor (NN) กลไกพื้นฐาน k=1 โดยเฉพาะ ไม่ใช่ k-NN ที่โหวตจากหลายเพื่อนบ้าน. ถ้าถูกถามเรื่องข้อจำกัด -&gt; ชุดข้อมูลเล็กและไม่สมดุล (Amphibian มีแค่ 4 ตัวอย่างทั้งหมด), และ 1-NN ไวต่อ noise/outlier มากกว่า k-NN เพราะพิจารณาเพื่อนบ้านแค่ตัวเดียว หากตัวนั้นผิดปกติคำทำนายจะผิดตามทันที. แนวทางพัฒนาต่อ: เปรียบเทียบกับ k-NN (k&gt;1), ใช้ระยะห่างเป็น threshold ตรวจจับตัวอย่างที่ไม่น่าเชื่อถือ, เก็บข้อมูลเพิ่มให้คลาสที่มีตัวอย่างน้อยสมดุลขึ้น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ML-06-NN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การจำแนกประเภทสัตว์ด้วย Nearest Neighbor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 Dataset (UCI)  •  101 ตัวอย่าง  •  16 ฟีเจอร์  •  7 คลาสสัตว์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10182C"/>
          </a:solidFill>
          <a:ln w="12700">
            <a:solidFill>
              <a:srgbClr val="3A46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76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 Dataset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zoo.csv + class.csv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ตัวอย่าง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12848" y="2843784"/>
            <a:ext cx="310896" cy="164592"/>
          </a:xfrm>
          <a:prstGeom prst="rightArrow">
            <a:avLst/>
          </a:prstGeom>
          <a:solidFill>
            <a:srgbClr val="6E7BA6"/>
          </a:solidFill>
          <a:ln/>
        </p:spPr>
      </p:sp>
      <p:sp>
        <p:nvSpPr>
          <p:cNvPr id="9" name="Shape 7"/>
          <p:cNvSpPr/>
          <p:nvPr/>
        </p:nvSpPr>
        <p:spPr>
          <a:xfrm>
            <a:off x="2496312" y="214884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96312" y="2276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data_loader.py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 + ตรวจสอบ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→ 101 แถว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60520" y="2843784"/>
            <a:ext cx="310896" cy="164592"/>
          </a:xfrm>
          <a:prstGeom prst="rightArrow">
            <a:avLst/>
          </a:prstGeom>
          <a:solidFill>
            <a:srgbClr val="6E7BA6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3984" y="214884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43984" y="2276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X, y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2843784"/>
            <a:ext cx="310896" cy="164592"/>
          </a:xfrm>
          <a:prstGeom prst="rightArrow">
            <a:avLst/>
          </a:prstGeom>
          <a:solidFill>
            <a:srgbClr val="6E7B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1656" y="214884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91656" y="2276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split_data.py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20 / 21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55864" y="2843784"/>
            <a:ext cx="310896" cy="164592"/>
          </a:xfrm>
          <a:prstGeom prst="rightArrow">
            <a:avLst/>
          </a:prstGeom>
          <a:solidFill>
            <a:srgbClr val="6E7BA6"/>
          </a:solidFill>
          <a:ln/>
        </p:spPr>
      </p:sp>
      <p:sp>
        <p:nvSpPr>
          <p:cNvPr id="21" name="Shape 19"/>
          <p:cNvSpPr/>
          <p:nvPr/>
        </p:nvSpPr>
        <p:spPr>
          <a:xfrm>
            <a:off x="8339328" y="214884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F9B8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2276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nn_model.py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85048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1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ไม่มีค่า k ให้ปรับ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03536" y="2843784"/>
            <a:ext cx="310896" cy="164592"/>
          </a:xfrm>
          <a:prstGeom prst="rightArrow">
            <a:avLst/>
          </a:prstGeom>
          <a:solidFill>
            <a:srgbClr val="6E7BA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7000" y="214884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287000" y="2276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test_nn.py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 = 100%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เรียกทุกโมดูลข้างต้นตามลำดับ ตั้งแต่ต้นจนจบ (end-to-end pipeline)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C2B52"/>
          </a:solidFill>
          <a:ln w="12700">
            <a:solidFill>
              <a:srgbClr val="374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79145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5102352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รักษาสัดส่วนคลาสในทุกชุด แม้บาง class จะมีตัวอย่างแค่ 4 ตัว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46634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C2B52"/>
          </a:solidFill>
          <a:ln w="12700">
            <a:solidFill>
              <a:srgbClr val="37447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98848" y="479145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98848" y="5102352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ทุกคำทำนายย้อนรอยได้ว่าจับคู่กับสัตว์ตัวใดในชุดฝึกสอน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46634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C2B52"/>
          </a:solidFill>
          <a:ln w="12700">
            <a:solidFill>
              <a:srgbClr val="3744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47888" y="479145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5102352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ก่อนวัดระยะห่าง Euclidean ทุกครั้ง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8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 — จักรพัทศ์ ยอดระยับ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ผลลัพธ์และจุดเด่นของระบบ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ประเมินผลด้วยโมเดล Nearest Neighbor (1-NN) บนชุดทดสอบ 21 ตัวอย่างที่ไม่เคยใช้เทรนมาก่อน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7099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219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62656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1-NN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747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เพื่อนบ้านที่ใช้ตัดสินใจ (n_neighbors=1)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421538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72744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ตัวอย่างทั้งหมด (60/20/21 split)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358384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546811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598017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คลาสสัตว์ที่จำแนกได้</a:t>
            </a:r>
            <a:endParaRPr lang="en-US" sz="1050" dirty="0"/>
          </a:p>
        </p:txBody>
      </p:sp>
      <p:pic>
        <p:nvPicPr>
          <p:cNvPr id="16" name="Image 0" descr="/home/claude/work/ML-06-NN/classification/outputs/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1600200"/>
            <a:ext cx="5074920" cy="4343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429000" y="59618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ชุดทดสอบ (21 ตัวอย่าง)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จุดที่ควรเน้นตอบข้อสอบ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732520" y="205740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15400" y="2148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ทุกคลาสทำนายถูกหมด ไม่มีค่านอกแนวทแยงในตาราง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732520" y="32918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15400" y="3383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ทุกคำทำนายย้อนรอยได้ เช่น lark จับคู่กับ wren (d=0.00)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732520" y="45262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15400" y="4617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จำเป็นเพราะ NN วัดระยะห่างโดยตรง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2026-09-14T12:07:36Z</dcterms:created>
  <dcterms:modified xsi:type="dcterms:W3CDTF">2026-09-14T12:07:36Z</dcterms:modified>
</cp:coreProperties>
</file>